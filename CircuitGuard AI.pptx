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9.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9.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7"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9.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2189880" y="2574000"/>
            <a:ext cx="4493520" cy="149580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84120" y="1555560"/>
            <a:ext cx="6575760" cy="1359720"/>
          </a:xfrm>
          <a:prstGeom prst="rect">
            <a:avLst/>
          </a:prstGeom>
          <a:noFill/>
          <a:ln w="0">
            <a:noFill/>
          </a:ln>
        </p:spPr>
        <p:txBody>
          <a:bodyPr lIns="91440" rIns="91440" tIns="91440" bIns="91440" anchor="b">
            <a:noAutofit/>
          </a:bodyPr>
          <a:p>
            <a:pPr indent="0" algn="ctr">
              <a:lnSpc>
                <a:spcPct val="100000"/>
              </a:lnSpc>
              <a:buNone/>
            </a:pPr>
            <a:r>
              <a:rPr b="1" lang="fr-FR" sz="6000" strike="noStrike" u="none">
                <a:solidFill>
                  <a:schemeClr val="accent1"/>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3" name="Google Shape;47;p13"/>
          <p:cNvSpPr/>
          <p:nvPr/>
        </p:nvSpPr>
        <p:spPr>
          <a:xfrm>
            <a:off x="228600" y="136080"/>
            <a:ext cx="3499920" cy="4871520"/>
          </a:xfrm>
          <a:prstGeom prst="roundRect">
            <a:avLst>
              <a:gd name="adj" fmla="val 8403"/>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 name="Google Shape;48;p13"/>
          <p:cNvSpPr/>
          <p:nvPr/>
        </p:nvSpPr>
        <p:spPr>
          <a:xfrm>
            <a:off x="383400" y="379080"/>
            <a:ext cx="3191760" cy="271440"/>
          </a:xfrm>
          <a:prstGeom prst="roundRect">
            <a:avLst>
              <a:gd name="adj" fmla="val 50000"/>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 name="PlaceHolder 1"/>
          <p:cNvSpPr>
            <a:spLocks noGrp="1"/>
          </p:cNvSpPr>
          <p:nvPr>
            <p:ph type="title"/>
          </p:nvPr>
        </p:nvSpPr>
        <p:spPr>
          <a:xfrm>
            <a:off x="3979440" y="228600"/>
            <a:ext cx="444420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6" name="PlaceHolder 2"/>
          <p:cNvSpPr>
            <a:spLocks noGrp="1"/>
          </p:cNvSpPr>
          <p:nvPr>
            <p:ph type="title"/>
          </p:nvPr>
        </p:nvSpPr>
        <p:spPr>
          <a:xfrm>
            <a:off x="228600" y="92088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7" name="PlaceHolder 3"/>
          <p:cNvSpPr>
            <a:spLocks noGrp="1"/>
          </p:cNvSpPr>
          <p:nvPr>
            <p:ph type="title"/>
          </p:nvPr>
        </p:nvSpPr>
        <p:spPr>
          <a:xfrm>
            <a:off x="228600" y="142776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8" name="PlaceHolder 4"/>
          <p:cNvSpPr>
            <a:spLocks noGrp="1"/>
          </p:cNvSpPr>
          <p:nvPr>
            <p:ph type="title"/>
          </p:nvPr>
        </p:nvSpPr>
        <p:spPr>
          <a:xfrm>
            <a:off x="228600" y="193464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9" name="PlaceHolder 5"/>
          <p:cNvSpPr>
            <a:spLocks noGrp="1"/>
          </p:cNvSpPr>
          <p:nvPr>
            <p:ph type="title"/>
          </p:nvPr>
        </p:nvSpPr>
        <p:spPr>
          <a:xfrm>
            <a:off x="228600" y="244152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0" name="PlaceHolder 6"/>
          <p:cNvSpPr>
            <a:spLocks noGrp="1"/>
          </p:cNvSpPr>
          <p:nvPr>
            <p:ph type="title"/>
          </p:nvPr>
        </p:nvSpPr>
        <p:spPr>
          <a:xfrm>
            <a:off x="228600" y="294840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1" name="PlaceHolder 7"/>
          <p:cNvSpPr>
            <a:spLocks noGrp="1"/>
          </p:cNvSpPr>
          <p:nvPr>
            <p:ph type="title"/>
          </p:nvPr>
        </p:nvSpPr>
        <p:spPr>
          <a:xfrm>
            <a:off x="228600" y="345528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2" name="PlaceHolder 8"/>
          <p:cNvSpPr>
            <a:spLocks noGrp="1"/>
          </p:cNvSpPr>
          <p:nvPr>
            <p:ph type="title"/>
          </p:nvPr>
        </p:nvSpPr>
        <p:spPr>
          <a:xfrm>
            <a:off x="228600" y="396216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3" name="PlaceHolder 9"/>
          <p:cNvSpPr>
            <a:spLocks noGrp="1"/>
          </p:cNvSpPr>
          <p:nvPr>
            <p:ph type="title"/>
          </p:nvPr>
        </p:nvSpPr>
        <p:spPr>
          <a:xfrm>
            <a:off x="228600" y="446904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4" name="Google Shape;74;p13"/>
          <p:cNvSpPr/>
          <p:nvPr/>
        </p:nvSpPr>
        <p:spPr>
          <a:xfrm>
            <a:off x="3805200" y="136080"/>
            <a:ext cx="5202360" cy="48715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15" name="Google Shape;76;p14"/>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 name="PlaceHolder 1"/>
          <p:cNvSpPr>
            <a:spLocks noGrp="1"/>
          </p:cNvSpPr>
          <p:nvPr>
            <p:ph type="title"/>
          </p:nvPr>
        </p:nvSpPr>
        <p:spPr>
          <a:xfrm>
            <a:off x="720000" y="45612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
    <p:bg>
      <p:bgPr>
        <a:solidFill>
          <a:schemeClr val="lt1"/>
        </a:solidFill>
      </p:bgPr>
    </p:bg>
    <p:spTree>
      <p:nvGrpSpPr>
        <p:cNvPr id="1" name=""/>
        <p:cNvGrpSpPr/>
        <p:nvPr/>
      </p:nvGrpSpPr>
      <p:grpSpPr>
        <a:xfrm>
          <a:off x="0" y="0"/>
          <a:ext cx="0" cy="0"/>
          <a:chOff x="0" y="0"/>
          <a:chExt cx="0" cy="0"/>
        </a:xfrm>
      </p:grpSpPr>
      <p:sp>
        <p:nvSpPr>
          <p:cNvPr id="18" name="Google Shape;80;p15"/>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sp>
        <p:nvSpPr>
          <p:cNvPr id="20" name="Google Shape;89;p16"/>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347920" y="830160"/>
            <a:ext cx="4447800" cy="823320"/>
          </a:xfrm>
          <a:prstGeom prst="rect">
            <a:avLst/>
          </a:prstGeom>
          <a:noFill/>
          <a:ln w="0">
            <a:noFill/>
          </a:ln>
        </p:spPr>
        <p:txBody>
          <a:bodyPr lIns="91440" rIns="91440" tIns="91440" bIns="91440" anchor="b">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23" name="Google Shape;106;p17"/>
          <p:cNvSpPr/>
          <p:nvPr/>
        </p:nvSpPr>
        <p:spPr>
          <a:xfrm>
            <a:off x="435600" y="3666960"/>
            <a:ext cx="8272440" cy="1044360"/>
          </a:xfrm>
          <a:prstGeom prst="roundRect">
            <a:avLst>
              <a:gd name="adj" fmla="val 17679"/>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 name="Google Shape;107;p17"/>
          <p:cNvSpPr/>
          <p:nvPr/>
        </p:nvSpPr>
        <p:spPr>
          <a:xfrm>
            <a:off x="2099160" y="3710160"/>
            <a:ext cx="4945320" cy="555840"/>
          </a:xfrm>
          <a:prstGeom prst="rect">
            <a:avLst/>
          </a:prstGeom>
          <a:noFill/>
          <a:ln w="0">
            <a:noFill/>
          </a:ln>
        </p:spPr>
        <p:style>
          <a:lnRef idx="0"/>
          <a:fillRef idx="0"/>
          <a:effectRef idx="0"/>
          <a:fontRef idx="minor"/>
        </p:style>
        <p:txBody>
          <a:bodyPr tIns="91440" bIns="91440" anchor="t">
            <a:noAutofit/>
          </a:bodyPr>
          <a:p>
            <a:pPr algn="ctr" defTabSz="914400">
              <a:lnSpc>
                <a:spcPct val="115000"/>
              </a:lnSpc>
              <a:tabLst>
                <a:tab algn="l" pos="0"/>
              </a:tabLst>
            </a:pPr>
            <a:r>
              <a:rPr b="0" lang="en" sz="1200" strike="noStrike" u="none">
                <a:solidFill>
                  <a:schemeClr val="dk1"/>
                </a:solidFill>
                <a:effectLst/>
                <a:uFillTx/>
                <a:latin typeface="Funnel Sans"/>
                <a:ea typeface="Funnel Sans"/>
              </a:rPr>
              <a:t>CREDITS: This presentation template was created by </a:t>
            </a:r>
            <a:r>
              <a:rPr b="1" lang="en" sz="1200" strike="noStrike" u="sng">
                <a:solidFill>
                  <a:schemeClr val="hlink"/>
                </a:solidFill>
                <a:effectLst/>
                <a:uFillTx/>
                <a:latin typeface="Funnel Sans"/>
                <a:ea typeface="Funnel Sans"/>
                <a:hlinkClick r:id="rId2"/>
              </a:rPr>
              <a:t>Slidesgo</a:t>
            </a:r>
            <a:r>
              <a:rPr b="1" lang="en" sz="1200" strike="noStrike" u="none">
                <a:solidFill>
                  <a:schemeClr val="dk1"/>
                </a:solidFill>
                <a:effectLst/>
                <a:uFillTx/>
                <a:latin typeface="Funnel Sans"/>
                <a:ea typeface="Funnel Sans"/>
              </a:rPr>
              <a:t>,</a:t>
            </a:r>
            <a:r>
              <a:rPr b="0" lang="en" sz="1200" strike="noStrike" u="none">
                <a:solidFill>
                  <a:schemeClr val="dk1"/>
                </a:solidFill>
                <a:effectLst/>
                <a:uFillTx/>
                <a:latin typeface="Funnel Sans"/>
                <a:ea typeface="Funnel Sans"/>
              </a:rPr>
              <a:t> and includes icons, infographics &amp; images by </a:t>
            </a:r>
            <a:r>
              <a:rPr b="1" lang="en" sz="1200" strike="noStrike" u="sng">
                <a:solidFill>
                  <a:schemeClr val="dk1"/>
                </a:solidFill>
                <a:effectLst/>
                <a:uFillTx/>
                <a:latin typeface="Funnel Sans"/>
                <a:ea typeface="Funnel Sans"/>
                <a:hlinkClick r:id="rId3"/>
              </a:rPr>
              <a:t>Freepik</a:t>
            </a:r>
            <a:r>
              <a:rPr b="1" lang="en" sz="1200" strike="noStrike" u="sng">
                <a:solidFill>
                  <a:schemeClr val="dk1"/>
                </a:solidFill>
                <a:effectLst/>
                <a:uFillTx/>
                <a:latin typeface="Funnel Sans"/>
                <a:ea typeface="Funnel Sans"/>
              </a:rPr>
              <a:t> </a:t>
            </a:r>
            <a:endParaRPr b="0" lang="en-US" sz="1200" strike="noStrike" u="none">
              <a:solidFill>
                <a:srgbClr val="ffffff"/>
              </a:solidFill>
              <a:effectLst/>
              <a:uFillTx/>
              <a:latin typeface="OpenSymbol"/>
            </a:endParaRPr>
          </a:p>
        </p:txBody>
      </p:sp>
      <p:sp>
        <p:nvSpPr>
          <p:cNvPr id="25" name="Google Shape;108;p17"/>
          <p:cNvSpPr/>
          <p:nvPr/>
        </p:nvSpPr>
        <p:spPr>
          <a:xfrm>
            <a:off x="435600" y="557640"/>
            <a:ext cx="8272440" cy="2968920"/>
          </a:xfrm>
          <a:prstGeom prst="roundRect">
            <a:avLst>
              <a:gd name="adj" fmla="val 7654"/>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26" name="Google Shape;110;p18"/>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sp>
        <p:nvSpPr>
          <p:cNvPr id="27" name="Google Shape;112;p19"/>
          <p:cNvSpPr/>
          <p:nvPr/>
        </p:nvSpPr>
        <p:spPr>
          <a:xfrm rot="5400000">
            <a:off x="4471200" y="532800"/>
            <a:ext cx="201600" cy="862812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69080" y="1719360"/>
            <a:ext cx="6339960" cy="2123280"/>
          </a:xfrm>
          <a:prstGeom prst="rect">
            <a:avLst/>
          </a:prstGeom>
          <a:noFill/>
          <a:ln w="0">
            <a:noFill/>
          </a:ln>
        </p:spPr>
        <p:txBody>
          <a:bodyPr lIns="91440" rIns="91440" tIns="91440" bIns="91440" anchor="b">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sp>
        <p:nvSpPr>
          <p:cNvPr id="29" name="PlaceHolder 2"/>
          <p:cNvSpPr>
            <a:spLocks noGrp="1"/>
          </p:cNvSpPr>
          <p:nvPr>
            <p:ph type="title"/>
          </p:nvPr>
        </p:nvSpPr>
        <p:spPr>
          <a:xfrm>
            <a:off x="469080" y="487080"/>
            <a:ext cx="1182240" cy="841320"/>
          </a:xfrm>
          <a:prstGeom prst="rect">
            <a:avLst/>
          </a:prstGeom>
          <a:noFill/>
          <a:ln w="0">
            <a:noFill/>
          </a:ln>
        </p:spPr>
        <p:txBody>
          <a:bodyPr lIns="91440" rIns="91440" tIns="91440" bIns="91440" anchor="b">
            <a:noAutofit/>
          </a:bodyPr>
          <a:p>
            <a:pPr indent="0">
              <a:lnSpc>
                <a:spcPct val="100000"/>
              </a:lnSpc>
              <a:buNone/>
            </a:pPr>
            <a:r>
              <a:rPr b="1" lang="fr-FR" sz="6000" strike="noStrike" u="none">
                <a:solidFill>
                  <a:schemeClr val="accent2"/>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720000" y="22860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1" name="PlaceHolder 2"/>
          <p:cNvSpPr>
            <a:spLocks noGrp="1"/>
          </p:cNvSpPr>
          <p:nvPr>
            <p:ph type="body"/>
          </p:nvPr>
        </p:nvSpPr>
        <p:spPr>
          <a:xfrm>
            <a:off x="720000" y="99936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32" name="Google Shape;19;p5"/>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4" name="Google Shape;25;p5"/>
          <p:cNvSpPr/>
          <p:nvPr/>
        </p:nvSpPr>
        <p:spPr>
          <a:xfrm rot="5400000">
            <a:off x="4492080" y="429840"/>
            <a:ext cx="222480" cy="896940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6" name="Google Shape;28;p6"/>
          <p:cNvSpPr/>
          <p:nvPr/>
        </p:nvSpPr>
        <p:spPr>
          <a:xfrm>
            <a:off x="136080" y="132480"/>
            <a:ext cx="8871840" cy="49525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37" name="Google Shape;30;p7"/>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1133280" y="1896480"/>
            <a:ext cx="6876720" cy="120492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228600" y="601920"/>
            <a:ext cx="4728240" cy="1402920"/>
          </a:xfrm>
          <a:prstGeom prst="rect">
            <a:avLst/>
          </a:prstGeom>
          <a:noFill/>
          <a:ln w="0">
            <a:noFill/>
          </a:ln>
        </p:spPr>
        <p:txBody>
          <a:bodyPr lIns="91440" rIns="91440" tIns="91440" bIns="91440" anchor="b">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41" name="PlaceHolder 2"/>
          <p:cNvSpPr>
            <a:spLocks noGrp="1"/>
          </p:cNvSpPr>
          <p:nvPr>
            <p:ph type="body"/>
          </p:nvPr>
        </p:nvSpPr>
        <p:spPr>
          <a:xfrm>
            <a:off x="5659200" y="0"/>
            <a:ext cx="34844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43" name="PlaceHolder 2"/>
          <p:cNvSpPr>
            <a:spLocks noGrp="1"/>
          </p:cNvSpPr>
          <p:nvPr>
            <p:ph type="title"/>
          </p:nvPr>
        </p:nvSpPr>
        <p:spPr>
          <a:xfrm>
            <a:off x="1390320" y="3955680"/>
            <a:ext cx="6363360" cy="572400"/>
          </a:xfrm>
          <a:prstGeom prst="rect">
            <a:avLst/>
          </a:prstGeom>
          <a:solidFill>
            <a:schemeClr val="lt1"/>
          </a:solidFill>
          <a:ln w="0">
            <a:noFill/>
          </a:ln>
        </p:spPr>
        <p:txBody>
          <a:bodyPr lIns="91440" rIns="91440" tIns="91440" bIns="91440" anchor="ctr">
            <a:noAutofit/>
          </a:bodyPr>
          <a:p>
            <a:pPr indent="0">
              <a:buNone/>
            </a:pPr>
            <a:r>
              <a:rPr b="0" lang="fr-FR" sz="2000" strike="noStrike" u="none">
                <a:solidFill>
                  <a:schemeClr val="dk1"/>
                </a:solidFill>
                <a:effectLst/>
                <a:uFillTx/>
                <a:latin typeface="Arial"/>
              </a:rPr>
              <a:t>Click to edit the title text format</a:t>
            </a:r>
            <a:endParaRPr b="0" lang="fr-FR" sz="20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44" name="Google Shape;118;p22"/>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46" name="Google Shape;121;p23"/>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7"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48"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8" r:id="rId2"/>
    <p:sldLayoutId id="2147483669" r:id="rId3"/>
    <p:sldLayoutId id="2147483670"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Google Shape;128;p24" descr=""/>
          <p:cNvPicPr/>
          <p:nvPr/>
        </p:nvPicPr>
        <p:blipFill>
          <a:blip r:embed="rId1"/>
          <a:srcRect l="0" t="13906" r="6550" b="7347"/>
          <a:stretch/>
        </p:blipFill>
        <p:spPr>
          <a:xfrm>
            <a:off x="0" y="0"/>
            <a:ext cx="9143640" cy="5143320"/>
          </a:xfrm>
          <a:prstGeom prst="rect">
            <a:avLst/>
          </a:prstGeom>
          <a:noFill/>
          <a:ln w="0">
            <a:noFill/>
          </a:ln>
        </p:spPr>
      </p:pic>
      <p:grpSp>
        <p:nvGrpSpPr>
          <p:cNvPr id="50" name="Google Shape;129;p24"/>
          <p:cNvGrpSpPr/>
          <p:nvPr/>
        </p:nvGrpSpPr>
        <p:grpSpPr>
          <a:xfrm>
            <a:off x="228600" y="228600"/>
            <a:ext cx="8672400" cy="4656960"/>
            <a:chOff x="228600" y="228600"/>
            <a:chExt cx="8672400" cy="4656960"/>
          </a:xfrm>
        </p:grpSpPr>
        <p:sp>
          <p:nvSpPr>
            <p:cNvPr id="51" name="Google Shape;130;p24"/>
            <p:cNvSpPr/>
            <p:nvPr/>
          </p:nvSpPr>
          <p:spPr>
            <a:xfrm>
              <a:off x="2050200" y="257760"/>
              <a:ext cx="6850800" cy="3777120"/>
            </a:xfrm>
            <a:prstGeom prst="roundRect">
              <a:avLst>
                <a:gd name="adj" fmla="val 7195"/>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 name="Google Shape;131;p24"/>
            <p:cNvSpPr/>
            <p:nvPr/>
          </p:nvSpPr>
          <p:spPr>
            <a:xfrm>
              <a:off x="2050200" y="4174560"/>
              <a:ext cx="6850800" cy="710640"/>
            </a:xfrm>
            <a:prstGeom prst="roundRect">
              <a:avLst>
                <a:gd name="adj" fmla="val 24504"/>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3" name="Google Shape;132;p24"/>
            <p:cNvGrpSpPr/>
            <p:nvPr/>
          </p:nvGrpSpPr>
          <p:grpSpPr>
            <a:xfrm>
              <a:off x="228600" y="228600"/>
              <a:ext cx="1673640" cy="4656960"/>
              <a:chOff x="228600" y="228600"/>
              <a:chExt cx="1673640" cy="4656960"/>
            </a:xfrm>
          </p:grpSpPr>
          <p:sp>
            <p:nvSpPr>
              <p:cNvPr id="54" name="Google Shape;133;p24"/>
              <p:cNvSpPr/>
              <p:nvPr/>
            </p:nvSpPr>
            <p:spPr>
              <a:xfrm>
                <a:off x="228600" y="228600"/>
                <a:ext cx="1673640" cy="4656960"/>
              </a:xfrm>
              <a:prstGeom prst="roundRect">
                <a:avLst>
                  <a:gd name="adj" fmla="val 13823"/>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 name="Google Shape;134;p24"/>
              <p:cNvSpPr/>
              <p:nvPr/>
            </p:nvSpPr>
            <p:spPr>
              <a:xfrm>
                <a:off x="313560" y="334440"/>
                <a:ext cx="1498320" cy="236520"/>
              </a:xfrm>
              <a:prstGeom prst="roundRect">
                <a:avLst>
                  <a:gd name="adj" fmla="val 50000"/>
                </a:avLst>
              </a:prstGeom>
              <a:solidFill>
                <a:schemeClr val="lt2"/>
              </a:solidFill>
              <a:ln w="9525">
                <a:solidFill>
                  <a:srgbClr val="00ffa4"/>
                </a:solidFill>
                <a:round/>
              </a:ln>
            </p:spPr>
            <p:style>
              <a:lnRef idx="0"/>
              <a:fillRef idx="0"/>
              <a:effectRef idx="0"/>
              <a:fontRef idx="minor"/>
            </p:style>
            <p:txBody>
              <a:bodyPr tIns="83520" bIns="83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sp>
        <p:nvSpPr>
          <p:cNvPr id="56" name="PlaceHolder 1"/>
          <p:cNvSpPr>
            <a:spLocks noGrp="1"/>
          </p:cNvSpPr>
          <p:nvPr>
            <p:ph type="title"/>
          </p:nvPr>
        </p:nvSpPr>
        <p:spPr>
          <a:xfrm>
            <a:off x="2190600" y="2571840"/>
            <a:ext cx="4495320" cy="149508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rmAutofit/>
          </a:bodyPr>
          <a:p>
            <a:pPr indent="0">
              <a:lnSpc>
                <a:spcPct val="100000"/>
              </a:lnSpc>
              <a:buNone/>
              <a:tabLst>
                <a:tab algn="l" pos="0"/>
              </a:tabLst>
            </a:pPr>
            <a:r>
              <a:rPr b="1" lang="en-US" sz="4200" strike="noStrike" u="none">
                <a:solidFill>
                  <a:schemeClr val="dk1"/>
                </a:solidFill>
                <a:effectLst/>
                <a:uFillTx/>
                <a:latin typeface="Manrope"/>
                <a:ea typeface="Manrope"/>
              </a:rPr>
              <a:t>CircuitGuard AI</a:t>
            </a:r>
            <a:endParaRPr b="0" lang="fr-FR" sz="4200" strike="noStrike" u="none">
              <a:solidFill>
                <a:schemeClr val="dk1"/>
              </a:solidFill>
              <a:effectLst/>
              <a:uFillTx/>
              <a:latin typeface="Arial"/>
            </a:endParaRPr>
          </a:p>
        </p:txBody>
      </p:sp>
      <p:sp>
        <p:nvSpPr>
          <p:cNvPr id="57" name="PlaceHolder 2"/>
          <p:cNvSpPr>
            <a:spLocks noGrp="1"/>
          </p:cNvSpPr>
          <p:nvPr>
            <p:ph type="subTitle"/>
          </p:nvPr>
        </p:nvSpPr>
        <p:spPr>
          <a:xfrm>
            <a:off x="2190600" y="4324320"/>
            <a:ext cx="5800320" cy="475920"/>
          </a:xfrm>
          <a:prstGeom prst="rect">
            <a:avLst/>
          </a:prstGeom>
          <a:noFill/>
          <a:ln w="0">
            <a:noFill/>
          </a:ln>
          <a:effectLst>
            <a:outerShdw dist="19080" dir="5400000" blurRad="57240" rotWithShape="0">
              <a:srgbClr val="000000">
                <a:alpha val="50000"/>
              </a:srgbClr>
            </a:outerShdw>
          </a:effectLst>
        </p:spPr>
        <p:txBody>
          <a:bodyPr lIns="91440" rIns="91440" tIns="91440" bIns="91440" anchor="t">
            <a:normAutofit/>
          </a:bodyPr>
          <a:p>
            <a:pPr indent="0">
              <a:lnSpc>
                <a:spcPct val="120000"/>
              </a:lnSpc>
              <a:buNone/>
              <a:tabLst>
                <a:tab algn="l" pos="0"/>
              </a:tabLst>
            </a:pPr>
            <a:r>
              <a:rPr b="0" lang="en-US" sz="1600" strike="noStrike" u="none">
                <a:solidFill>
                  <a:schemeClr val="dk1"/>
                </a:solidFill>
                <a:effectLst/>
                <a:uFillTx/>
                <a:latin typeface="Calibri"/>
                <a:ea typeface="Funnel Sans Light"/>
              </a:rPr>
              <a:t>Automating PCB Defect Inspection</a:t>
            </a:r>
            <a:endParaRPr b="0" lang="en-US" sz="16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59" name="Google Shape;281;p31"/>
          <p:cNvGrpSpPr/>
          <p:nvPr/>
        </p:nvGrpSpPr>
        <p:grpSpPr>
          <a:xfrm>
            <a:off x="118440" y="585360"/>
            <a:ext cx="8907120" cy="4466880"/>
            <a:chOff x="118440" y="585360"/>
            <a:chExt cx="8907120" cy="4466880"/>
          </a:xfrm>
        </p:grpSpPr>
        <p:sp>
          <p:nvSpPr>
            <p:cNvPr id="60"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1"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2"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Introduction</a:t>
            </a:r>
            <a:endParaRPr b="0" lang="fr-FR" sz="2700" strike="noStrike" u="none">
              <a:solidFill>
                <a:schemeClr val="dk1"/>
              </a:solidFill>
              <a:effectLst/>
              <a:uFillTx/>
              <a:latin typeface="Arial"/>
            </a:endParaRPr>
          </a:p>
        </p:txBody>
      </p:sp>
      <p:sp>
        <p:nvSpPr>
          <p:cNvPr id="63"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chemeClr val="dk1"/>
                </a:solidFill>
                <a:effectLst/>
                <a:uFillTx/>
                <a:latin typeface="Calibri"/>
                <a:ea typeface="Funnel Sans"/>
              </a:rPr>
              <a:t>Manual inspection of PCBs is slow, error-prone, and inefficient, leading to quality issues. Key defects such as shorts, missing holes, and spurious copper impact production reliability. An AI-powered system is essential to automate and accelerate defect detection, ensuring consistent and accurate quality control in manufacturing processes.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65" name="Google Shape;281;p31"/>
          <p:cNvGrpSpPr/>
          <p:nvPr/>
        </p:nvGrpSpPr>
        <p:grpSpPr>
          <a:xfrm>
            <a:off x="118440" y="585360"/>
            <a:ext cx="8907120" cy="4466880"/>
            <a:chOff x="118440" y="585360"/>
            <a:chExt cx="8907120" cy="4466880"/>
          </a:xfrm>
        </p:grpSpPr>
        <p:sp>
          <p:nvSpPr>
            <p:cNvPr id="66"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7"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8"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AI-Based PCB Defect</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Detection</a:t>
            </a:r>
            <a:endParaRPr b="0" lang="fr-FR" sz="2700" strike="noStrike" u="none">
              <a:solidFill>
                <a:schemeClr val="dk1"/>
              </a:solidFill>
              <a:effectLst/>
              <a:uFillTx/>
              <a:latin typeface="Arial"/>
            </a:endParaRPr>
          </a:p>
        </p:txBody>
      </p:sp>
      <p:sp>
        <p:nvSpPr>
          <p:cNvPr id="69" name="PlaceHolder 2"/>
          <p:cNvSpPr>
            <a:spLocks noGrp="1"/>
          </p:cNvSpPr>
          <p:nvPr>
            <p:ph type="subTitle"/>
          </p:nvPr>
        </p:nvSpPr>
        <p:spPr>
          <a:xfrm>
            <a:off x="228600" y="2314080"/>
            <a:ext cx="4028760" cy="209556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Funnel Sans"/>
              <a:ea typeface="Funnel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71" name="Google Shape;281;p31"/>
          <p:cNvGrpSpPr/>
          <p:nvPr/>
        </p:nvGrpSpPr>
        <p:grpSpPr>
          <a:xfrm>
            <a:off x="118440" y="585360"/>
            <a:ext cx="8907120" cy="4466880"/>
            <a:chOff x="118440" y="585360"/>
            <a:chExt cx="8907120" cy="4466880"/>
          </a:xfrm>
        </p:grpSpPr>
        <p:sp>
          <p:nvSpPr>
            <p:cNvPr id="72"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3"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4"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Challenges in Manual</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Inspection</a:t>
            </a:r>
            <a:endParaRPr b="0" lang="fr-FR" sz="2700" strike="noStrike" u="none">
              <a:solidFill>
                <a:schemeClr val="dk1"/>
              </a:solidFill>
              <a:effectLst/>
              <a:uFillTx/>
              <a:latin typeface="Arial"/>
            </a:endParaRPr>
          </a:p>
        </p:txBody>
      </p:sp>
      <p:sp>
        <p:nvSpPr>
          <p:cNvPr id="75"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chemeClr val="dk1"/>
                </a:solidFill>
                <a:effectLst/>
                <a:uFillTx/>
                <a:latin typeface="Calibri"/>
                <a:ea typeface="Funnel Sans"/>
              </a:rPr>
              <a:t>Manual PCB inspection relies heavily on human expertise, which is time-consuming and prone to errors. Variability in inspections can cause missed defects like shorts and missing holes, affecting product quality. This calls for a scalable, reliable system that reduces inspection time and eliminates human errors in defect detection.</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6" name="Google Shape;224;p28"/>
          <p:cNvGrpSpPr/>
          <p:nvPr/>
        </p:nvGrpSpPr>
        <p:grpSpPr>
          <a:xfrm>
            <a:off x="118440" y="1505520"/>
            <a:ext cx="8907120" cy="3546720"/>
            <a:chOff x="118440" y="1505520"/>
            <a:chExt cx="8907120" cy="3546720"/>
          </a:xfrm>
        </p:grpSpPr>
        <p:sp>
          <p:nvSpPr>
            <p:cNvPr id="77"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8"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9"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Deep Learning Approach</a:t>
            </a:r>
            <a:endParaRPr b="0" lang="fr-FR" sz="2700" strike="noStrike" u="none">
              <a:solidFill>
                <a:schemeClr val="dk1"/>
              </a:solidFill>
              <a:effectLst/>
              <a:uFillTx/>
              <a:latin typeface="Arial"/>
            </a:endParaRPr>
          </a:p>
        </p:txBody>
      </p:sp>
      <p:sp>
        <p:nvSpPr>
          <p:cNvPr id="80"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Calibri"/>
                <a:ea typeface="Funnel Sans"/>
              </a:rPr>
              <a:t>The system employs image subtraction and CNN-based classification using EfficientNet-B4 to accurately detect and localize PCB defects. Processing includes contour extraction and ROI segmentation. The approach achieves over </a:t>
            </a:r>
            <a:r>
              <a:rPr b="1" lang="en-US" sz="1200" strike="noStrike" u="none">
                <a:solidFill>
                  <a:schemeClr val="dk1"/>
                </a:solidFill>
                <a:effectLst/>
                <a:uFillTx/>
                <a:latin typeface="Calibri"/>
                <a:ea typeface="Funnel Sans"/>
              </a:rPr>
              <a:t>97% classification accuracy</a:t>
            </a:r>
            <a:r>
              <a:rPr b="0" lang="en-US" sz="1200" strike="noStrike" u="none">
                <a:solidFill>
                  <a:schemeClr val="dk1"/>
                </a:solidFill>
                <a:effectLst/>
                <a:uFillTx/>
                <a:latin typeface="Calibri"/>
                <a:ea typeface="Funnel Sans"/>
              </a:rPr>
              <a:t>, offering a robust solution for automated PCB quality inspection in real time.</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1" name="Google Shape;224;p28"/>
          <p:cNvGrpSpPr/>
          <p:nvPr/>
        </p:nvGrpSpPr>
        <p:grpSpPr>
          <a:xfrm>
            <a:off x="118440" y="1505520"/>
            <a:ext cx="8907120" cy="3546720"/>
            <a:chOff x="118440" y="1505520"/>
            <a:chExt cx="8907120" cy="3546720"/>
          </a:xfrm>
        </p:grpSpPr>
        <p:sp>
          <p:nvSpPr>
            <p:cNvPr id="82"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3"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4"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Real-Time Visualization</a:t>
            </a:r>
            <a:endParaRPr b="0" lang="fr-FR" sz="2700" strike="noStrike" u="none">
              <a:solidFill>
                <a:schemeClr val="dk1"/>
              </a:solidFill>
              <a:effectLst/>
              <a:uFillTx/>
              <a:latin typeface="Arial"/>
            </a:endParaRPr>
          </a:p>
        </p:txBody>
      </p:sp>
      <p:sp>
        <p:nvSpPr>
          <p:cNvPr id="85"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Calibri"/>
                <a:ea typeface="Funnel Sans"/>
              </a:rPr>
              <a:t>A Streamlit-based web application facilitates </a:t>
            </a:r>
            <a:r>
              <a:rPr b="1" lang="en-US" sz="1200" strike="noStrike" u="none">
                <a:solidFill>
                  <a:schemeClr val="dk1"/>
                </a:solidFill>
                <a:effectLst/>
                <a:uFillTx/>
                <a:latin typeface="Calibri"/>
                <a:ea typeface="Funnel Sans"/>
              </a:rPr>
              <a:t>real-time defect visualization</a:t>
            </a:r>
            <a:r>
              <a:rPr b="0" lang="en-US" sz="1200" strike="noStrike" u="none">
                <a:solidFill>
                  <a:schemeClr val="dk1"/>
                </a:solidFill>
                <a:effectLst/>
                <a:uFillTx/>
                <a:latin typeface="Calibri"/>
                <a:ea typeface="Funnel Sans"/>
              </a:rPr>
              <a:t> and user interaction. Users can upload PCB images, trigger inference, and receive annotated outputs highlighting detected defects. This interactive interface supports fast inspection cycles and seamless integration into manufacturing workflows, enhancing productivity and quality assurance.</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87" name="Google Shape;281;p31"/>
          <p:cNvGrpSpPr/>
          <p:nvPr/>
        </p:nvGrpSpPr>
        <p:grpSpPr>
          <a:xfrm>
            <a:off x="118440" y="585360"/>
            <a:ext cx="8907120" cy="4466880"/>
            <a:chOff x="118440" y="585360"/>
            <a:chExt cx="8907120" cy="4466880"/>
          </a:xfrm>
        </p:grpSpPr>
        <p:sp>
          <p:nvSpPr>
            <p:cNvPr id="88"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9"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0"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System Design and</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Performance</a:t>
            </a:r>
            <a:endParaRPr b="0" lang="fr-FR" sz="2700" strike="noStrike" u="none">
              <a:solidFill>
                <a:schemeClr val="dk1"/>
              </a:solidFill>
              <a:effectLst/>
              <a:uFillTx/>
              <a:latin typeface="Arial"/>
            </a:endParaRPr>
          </a:p>
        </p:txBody>
      </p:sp>
      <p:sp>
        <p:nvSpPr>
          <p:cNvPr id="91" name="PlaceHolder 2"/>
          <p:cNvSpPr>
            <a:spLocks noGrp="1"/>
          </p:cNvSpPr>
          <p:nvPr>
            <p:ph type="subTitle"/>
          </p:nvPr>
        </p:nvSpPr>
        <p:spPr>
          <a:xfrm>
            <a:off x="228600" y="2314080"/>
            <a:ext cx="4028760" cy="209556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Funnel Sans"/>
              <a:ea typeface="Funnel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2" name="Google Shape;224;p28"/>
          <p:cNvGrpSpPr/>
          <p:nvPr/>
        </p:nvGrpSpPr>
        <p:grpSpPr>
          <a:xfrm>
            <a:off x="118440" y="1505520"/>
            <a:ext cx="8907120" cy="3546720"/>
            <a:chOff x="118440" y="1505520"/>
            <a:chExt cx="8907120" cy="3546720"/>
          </a:xfrm>
        </p:grpSpPr>
        <p:sp>
          <p:nvSpPr>
            <p:cNvPr id="93"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4"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5"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Architecture and Workflow</a:t>
            </a:r>
            <a:endParaRPr b="0" lang="fr-FR" sz="2700" strike="noStrike" u="none">
              <a:solidFill>
                <a:schemeClr val="dk1"/>
              </a:solidFill>
              <a:effectLst/>
              <a:uFillTx/>
              <a:latin typeface="Arial"/>
            </a:endParaRPr>
          </a:p>
        </p:txBody>
      </p:sp>
      <p:sp>
        <p:nvSpPr>
          <p:cNvPr id="96"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Calibri"/>
                <a:ea typeface="Funnel Sans"/>
              </a:rPr>
              <a:t>The system uses a dual-image input: a defect-free reference and a test PCB image. OpenCV performs image subtraction, followed by contour extraction and ROI segmentation. Defect classification is achieved through EfficientNet-B4 implemented in PyTorch. The annotated results are presented via the Streamlit UI for easy review and analysis.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7"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98" name="Google Shape;281;p31"/>
          <p:cNvGrpSpPr/>
          <p:nvPr/>
        </p:nvGrpSpPr>
        <p:grpSpPr>
          <a:xfrm>
            <a:off x="118440" y="585360"/>
            <a:ext cx="8907120" cy="4466880"/>
            <a:chOff x="118440" y="585360"/>
            <a:chExt cx="8907120" cy="4466880"/>
          </a:xfrm>
        </p:grpSpPr>
        <p:sp>
          <p:nvSpPr>
            <p:cNvPr id="99"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0"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1"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Results and</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Metrics</a:t>
            </a:r>
            <a:endParaRPr b="0" lang="fr-FR" sz="2700" strike="noStrike" u="none">
              <a:solidFill>
                <a:schemeClr val="dk1"/>
              </a:solidFill>
              <a:effectLst/>
              <a:uFillTx/>
              <a:latin typeface="Arial"/>
            </a:endParaRPr>
          </a:p>
        </p:txBody>
      </p:sp>
      <p:sp>
        <p:nvSpPr>
          <p:cNvPr id="102"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chemeClr val="dk1"/>
                </a:solidFill>
                <a:effectLst/>
                <a:uFillTx/>
                <a:latin typeface="Calibri"/>
                <a:ea typeface="Funnel Sans"/>
              </a:rPr>
              <a:t>The model achieves </a:t>
            </a:r>
            <a:r>
              <a:rPr b="1" lang="en-US" sz="1200" strike="noStrike" u="none">
                <a:solidFill>
                  <a:schemeClr val="dk1"/>
                </a:solidFill>
                <a:effectLst/>
                <a:uFillTx/>
                <a:latin typeface="Calibri"/>
                <a:ea typeface="Funnel Sans"/>
              </a:rPr>
              <a:t>classification accuracy exceeding 97%</a:t>
            </a:r>
            <a:r>
              <a:rPr b="0" lang="en-US" sz="1200" strike="noStrike" u="none">
                <a:solidFill>
                  <a:schemeClr val="dk1"/>
                </a:solidFill>
                <a:effectLst/>
                <a:uFillTx/>
                <a:latin typeface="Calibri"/>
                <a:ea typeface="Funnel Sans"/>
              </a:rPr>
              <a:t>, with an inference time of under 5 seconds per image. Outputs include annotated defect maps and exportable logs for thorough quality documentation. This ensures consistent, automated inspection with minimal latency, significantly improving production throughput and reliability.</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3" name="Google Shape;224;p28"/>
          <p:cNvGrpSpPr/>
          <p:nvPr/>
        </p:nvGrpSpPr>
        <p:grpSpPr>
          <a:xfrm>
            <a:off x="118440" y="1505520"/>
            <a:ext cx="8907120" cy="3546720"/>
            <a:chOff x="118440" y="1505520"/>
            <a:chExt cx="8907120" cy="3546720"/>
          </a:xfrm>
        </p:grpSpPr>
        <p:sp>
          <p:nvSpPr>
            <p:cNvPr id="104"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5"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6"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Future Enhancements and Deployment</a:t>
            </a:r>
            <a:endParaRPr b="0" lang="fr-FR" sz="2700" strike="noStrike" u="none">
              <a:solidFill>
                <a:schemeClr val="dk1"/>
              </a:solidFill>
              <a:effectLst/>
              <a:uFillTx/>
              <a:latin typeface="Arial"/>
            </a:endParaRPr>
          </a:p>
        </p:txBody>
      </p:sp>
      <p:sp>
        <p:nvSpPr>
          <p:cNvPr id="107"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Calibri"/>
                <a:ea typeface="Funnel Sans"/>
              </a:rPr>
              <a:t>Future plans include deploying the system on edge devices for </a:t>
            </a:r>
            <a:r>
              <a:rPr b="1" lang="en-US" sz="1200" strike="noStrike" u="none">
                <a:solidFill>
                  <a:schemeClr val="dk1"/>
                </a:solidFill>
                <a:effectLst/>
                <a:uFillTx/>
                <a:latin typeface="Calibri"/>
                <a:ea typeface="Funnel Sans"/>
              </a:rPr>
              <a:t>real-time factory use</a:t>
            </a:r>
            <a:r>
              <a:rPr b="0" lang="en-US" sz="1200" strike="noStrike" u="none">
                <a:solidFill>
                  <a:schemeClr val="dk1"/>
                </a:solidFill>
                <a:effectLst/>
                <a:uFillTx/>
                <a:latin typeface="Calibri"/>
                <a:ea typeface="Funnel Sans"/>
              </a:rPr>
              <a:t>, expanding support to multiple PCB layouts, and integrating predictive maintenance capabilities. These improvements aim to enhance scalability, adaptability, and proactive manufacturing insights, driving smarter and more efficient PCB quality control.</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8" name="Google Shape;224;p28"/>
          <p:cNvGrpSpPr/>
          <p:nvPr/>
        </p:nvGrpSpPr>
        <p:grpSpPr>
          <a:xfrm>
            <a:off x="118440" y="1505520"/>
            <a:ext cx="8907120" cy="3546720"/>
            <a:chOff x="118440" y="1505520"/>
            <a:chExt cx="8907120" cy="3546720"/>
          </a:xfrm>
        </p:grpSpPr>
        <p:sp>
          <p:nvSpPr>
            <p:cNvPr id="109"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11"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Conclusions</a:t>
            </a:r>
            <a:endParaRPr b="0" lang="fr-FR" sz="2700" strike="noStrike" u="none">
              <a:solidFill>
                <a:schemeClr val="dk1"/>
              </a:solidFill>
              <a:effectLst/>
              <a:uFillTx/>
              <a:latin typeface="Arial"/>
            </a:endParaRPr>
          </a:p>
        </p:txBody>
      </p:sp>
      <p:sp>
        <p:nvSpPr>
          <p:cNvPr id="112"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Calibri"/>
                <a:ea typeface="Funnel Sans"/>
              </a:rPr>
              <a:t>The AI-based CircuitGuard system successfully automates PCB defect detection with high accuracy and speed. Integration of image processing and deep learning techniques has significantly improved inspection reliability. Continued development will focus on deployment scalability and advanced analytics to meet evolving manufacturing demands, ensuring superior product quality and operational efficiency.</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2352600" y="777960"/>
            <a:ext cx="4447800" cy="869400"/>
          </a:xfrm>
          <a:prstGeom prst="rect">
            <a:avLst/>
          </a:prstGeom>
          <a:noFill/>
          <a:ln w="0">
            <a:noFill/>
          </a:ln>
        </p:spPr>
        <p:txBody>
          <a:bodyPr lIns="91440" rIns="91440" tIns="91440" bIns="91440" anchor="b">
            <a:spAutoFit/>
          </a:bodyPr>
          <a:p>
            <a:pPr indent="0" algn="ctr">
              <a:lnSpc>
                <a:spcPct val="100000"/>
              </a:lnSpc>
              <a:buNone/>
              <a:tabLst>
                <a:tab algn="l" pos="0"/>
              </a:tabLst>
            </a:pPr>
            <a:r>
              <a:rPr b="1" lang="en" sz="4500" strike="noStrike" u="none">
                <a:solidFill>
                  <a:schemeClr val="dk1"/>
                </a:solidFill>
                <a:effectLst/>
                <a:uFillTx/>
                <a:latin typeface="Manrope"/>
                <a:ea typeface="Manrope"/>
              </a:rPr>
              <a:t>THANKS!</a:t>
            </a:r>
            <a:endParaRPr b="0" lang="fr-FR" sz="4500" strike="noStrike" u="none">
              <a:solidFill>
                <a:schemeClr val="dk1"/>
              </a:solidFill>
              <a:effectLst/>
              <a:uFillTx/>
              <a:latin typeface="Arial"/>
            </a:endParaRPr>
          </a:p>
        </p:txBody>
      </p:sp>
      <p:sp>
        <p:nvSpPr>
          <p:cNvPr id="114" name="PlaceHolder 2"/>
          <p:cNvSpPr>
            <a:spLocks noGrp="1"/>
          </p:cNvSpPr>
          <p:nvPr>
            <p:ph type="subTitle"/>
          </p:nvPr>
        </p:nvSpPr>
        <p:spPr>
          <a:xfrm>
            <a:off x="2343240" y="1552680"/>
            <a:ext cx="4447800" cy="1105200"/>
          </a:xfrm>
          <a:prstGeom prst="rect">
            <a:avLst/>
          </a:prstGeom>
          <a:noFill/>
          <a:ln w="0">
            <a:noFill/>
          </a:ln>
        </p:spPr>
        <p:txBody>
          <a:bodyPr lIns="91440" rIns="91440" tIns="91440" bIns="91440" anchor="t">
            <a:spAutoFit/>
          </a:bodyPr>
          <a:p>
            <a:pPr indent="0" algn="ctr">
              <a:lnSpc>
                <a:spcPct val="100000"/>
              </a:lnSpc>
              <a:buNone/>
              <a:tabLst>
                <a:tab algn="l" pos="0"/>
              </a:tabLst>
            </a:pPr>
            <a:r>
              <a:rPr b="1" lang="en" sz="1400" strike="noStrike" u="none">
                <a:solidFill>
                  <a:schemeClr val="dk1"/>
                </a:solidFill>
                <a:effectLst/>
                <a:uFillTx/>
                <a:latin typeface="Funnel Sans"/>
                <a:ea typeface="Funnel Sans"/>
              </a:rPr>
              <a:t>Do you have any questions?</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youremail@freepik.com</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+00 000 000 000</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yourwebsite.com</a:t>
            </a:r>
            <a:endParaRPr b="0" lang="en-US" sz="1400" strike="noStrike" u="none">
              <a:solidFill>
                <a:srgbClr val="ffffff"/>
              </a:solidFill>
              <a:effectLst/>
              <a:uFillTx/>
              <a:latin typeface="OpenSymbol"/>
            </a:endParaRPr>
          </a:p>
        </p:txBody>
      </p:sp>
      <p:sp>
        <p:nvSpPr>
          <p:cNvPr id="115" name="Google Shape;373;p37"/>
          <p:cNvSpPr/>
          <p:nvPr/>
        </p:nvSpPr>
        <p:spPr>
          <a:xfrm>
            <a:off x="2352600" y="4334040"/>
            <a:ext cx="4447800" cy="2566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ffffff"/>
              </a:solidFill>
              <a:effectLst/>
              <a:uFillTx/>
              <a:latin typeface="OpenSymbol"/>
            </a:endParaRPr>
          </a:p>
        </p:txBody>
      </p:sp>
      <p:sp>
        <p:nvSpPr>
          <p:cNvPr id="116" name="Google Shape;374;p37"/>
          <p:cNvSpPr/>
          <p:nvPr/>
        </p:nvSpPr>
        <p:spPr>
          <a:xfrm>
            <a:off x="3531240" y="2915280"/>
            <a:ext cx="345240" cy="345600"/>
          </a:xfrm>
          <a:custGeom>
            <a:avLst/>
            <a:gdLst>
              <a:gd name="textAreaLeft" fmla="*/ 0 w 345240"/>
              <a:gd name="textAreaRight" fmla="*/ 345600 w 345240"/>
              <a:gd name="textAreaTop" fmla="*/ 0 h 345600"/>
              <a:gd name="textAreaBottom" fmla="*/ 345960 h 3456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7" name="Google Shape;375;p37"/>
          <p:cNvGrpSpPr/>
          <p:nvPr/>
        </p:nvGrpSpPr>
        <p:grpSpPr>
          <a:xfrm>
            <a:off x="4398840" y="2915640"/>
            <a:ext cx="345600" cy="345240"/>
            <a:chOff x="4398840" y="2915640"/>
            <a:chExt cx="345600" cy="345240"/>
          </a:xfrm>
        </p:grpSpPr>
        <p:sp>
          <p:nvSpPr>
            <p:cNvPr id="118" name="Google Shape;376;p37"/>
            <p:cNvSpPr/>
            <p:nvPr/>
          </p:nvSpPr>
          <p:spPr>
            <a:xfrm>
              <a:off x="4398840" y="291564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9" name="Google Shape;377;p37"/>
            <p:cNvSpPr/>
            <p:nvPr/>
          </p:nvSpPr>
          <p:spPr>
            <a:xfrm>
              <a:off x="4463640" y="2980800"/>
              <a:ext cx="214920" cy="214920"/>
            </a:xfrm>
            <a:custGeom>
              <a:avLst/>
              <a:gdLst>
                <a:gd name="textAreaLeft" fmla="*/ 0 w 214920"/>
                <a:gd name="textAreaRight" fmla="*/ 215280 w 214920"/>
                <a:gd name="textAreaTop" fmla="*/ 0 h 214920"/>
                <a:gd name="textAreaBottom" fmla="*/ 215280 h 21492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0" name="Google Shape;378;p37"/>
            <p:cNvSpPr/>
            <p:nvPr/>
          </p:nvSpPr>
          <p:spPr>
            <a:xfrm>
              <a:off x="4513680" y="3031920"/>
              <a:ext cx="114480" cy="112320"/>
            </a:xfrm>
            <a:custGeom>
              <a:avLst/>
              <a:gdLst>
                <a:gd name="textAreaLeft" fmla="*/ 0 w 114480"/>
                <a:gd name="textAreaRight" fmla="*/ 114840 w 114480"/>
                <a:gd name="textAreaTop" fmla="*/ 0 h 112320"/>
                <a:gd name="textAreaBottom" fmla="*/ 112680 h 11232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accent2"/>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1" name="Google Shape;379;p37"/>
            <p:cNvSpPr/>
            <p:nvPr/>
          </p:nvSpPr>
          <p:spPr>
            <a:xfrm>
              <a:off x="4614840" y="3008520"/>
              <a:ext cx="29160" cy="28800"/>
            </a:xfrm>
            <a:custGeom>
              <a:avLst/>
              <a:gdLst>
                <a:gd name="textAreaLeft" fmla="*/ 0 w 29160"/>
                <a:gd name="textAreaRight" fmla="*/ 29520 w 29160"/>
                <a:gd name="textAreaTop" fmla="*/ 0 h 28800"/>
                <a:gd name="textAreaBottom" fmla="*/ 29160 h 288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accent2"/>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2" name="Google Shape;380;p37"/>
          <p:cNvGrpSpPr/>
          <p:nvPr/>
        </p:nvGrpSpPr>
        <p:grpSpPr>
          <a:xfrm>
            <a:off x="5267160" y="2915640"/>
            <a:ext cx="345600" cy="345240"/>
            <a:chOff x="5267160" y="2915640"/>
            <a:chExt cx="345600" cy="345240"/>
          </a:xfrm>
        </p:grpSpPr>
        <p:sp>
          <p:nvSpPr>
            <p:cNvPr id="123" name="Google Shape;381;p37"/>
            <p:cNvSpPr/>
            <p:nvPr/>
          </p:nvSpPr>
          <p:spPr>
            <a:xfrm>
              <a:off x="5267160" y="291564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4" name="Google Shape;382;p37"/>
            <p:cNvSpPr/>
            <p:nvPr/>
          </p:nvSpPr>
          <p:spPr>
            <a:xfrm>
              <a:off x="5346720" y="305388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accent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5" name="Google Shape;383;p37"/>
            <p:cNvSpPr/>
            <p:nvPr/>
          </p:nvSpPr>
          <p:spPr>
            <a:xfrm>
              <a:off x="5339520" y="298836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accent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6" name="Google Shape;384;p37"/>
            <p:cNvSpPr/>
            <p:nvPr/>
          </p:nvSpPr>
          <p:spPr>
            <a:xfrm>
              <a:off x="5419440" y="305388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accent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omputer Architecture by Slidesgo">
  <a:themeElements>
    <a:clrScheme name="Simple Light">
      <a:dk1>
        <a:srgbClr val="ffffff"/>
      </a:dk1>
      <a:lt1>
        <a:srgbClr val="0e0e0e"/>
      </a:lt1>
      <a:dk2>
        <a:srgbClr val="ffffff"/>
      </a:dk2>
      <a:lt2>
        <a:srgbClr val="222222"/>
      </a:lt2>
      <a:accent1>
        <a:srgbClr val="d9d9d9"/>
      </a:accent1>
      <a:accent2>
        <a:srgbClr val="00ffa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2025-10-09T13:04:53Z</dcterms:created>
  <dc:creator>Unknown Creator</dc:creator>
  <dc:description/>
  <dc:language>en-US</dc:language>
  <cp:lastModifiedBy>Unknown Creator</cp:lastModifiedBy>
  <dcterms:modified xsi:type="dcterms:W3CDTF">2025-10-09T13:04:53Z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