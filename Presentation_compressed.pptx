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CircuitGuard – PCB Defect Detection and Classification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8000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By: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V PRIYANKA</a:t>
            </a: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                 Output</a:t>
            </a:r>
            <a:endParaRPr lang="en-IN" altLang="en-US"/>
          </a:p>
        </p:txBody>
      </p:sp>
      <p:pic>
        <p:nvPicPr>
          <p:cNvPr id="4" name="pcb record2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1700911"/>
            <a:ext cx="8229600" cy="4324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rPr lang="en-IN"/>
              <a:t>                  </a:t>
            </a:r>
            <a:r>
              <a:t>Objective</a:t>
            </a:r>
            <a:r>
              <a:rPr lang="en-IN"/>
              <a:t>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2300"/>
              <a:t>• To develop an automated defect detection and classification system </a:t>
            </a:r>
            <a:r>
              <a:rPr lang="en-IN" sz="2300"/>
              <a:t> </a:t>
            </a:r>
            <a:r>
              <a:rPr sz="2300"/>
              <a:t>for PCBs.</a:t>
            </a:r>
            <a:endParaRPr sz="2300"/>
          </a:p>
          <a:p>
            <a:pPr marL="0" indent="0" algn="just">
              <a:lnSpc>
                <a:spcPct val="150000"/>
              </a:lnSpc>
              <a:buNone/>
            </a:pPr>
            <a:r>
              <a:rPr sz="2300"/>
              <a:t>• Uses image processing and deep learning for precise defect identification.</a:t>
            </a:r>
            <a:endParaRPr sz="2300"/>
          </a:p>
          <a:p>
            <a:pPr marL="0" indent="0" algn="just">
              <a:lnSpc>
                <a:spcPct val="150000"/>
              </a:lnSpc>
              <a:buNone/>
            </a:pPr>
            <a:r>
              <a:rPr sz="2300"/>
              <a:t>• Employs reference-based image subtraction and CNN-based classification.</a:t>
            </a:r>
            <a:endParaRPr sz="2300"/>
          </a:p>
          <a:p>
            <a:pPr marL="0" indent="0" algn="just">
              <a:lnSpc>
                <a:spcPct val="150000"/>
              </a:lnSpc>
              <a:buNone/>
            </a:pPr>
            <a:r>
              <a:rPr sz="2300"/>
              <a:t>• Provides a web interface for uploading PCB images and viewing labeled results.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rPr lang="en-IN"/>
              <a:t>            </a:t>
            </a: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Manual inspection of PCBs is time-consuming and prone to human error.</a:t>
            </a:r>
            <a:endParaRPr sz="2400"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Need for an automated system to detect and classify defects efficiently.</a:t>
            </a:r>
            <a:endParaRPr sz="2400">
              <a:sym typeface="+mn-ea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ym typeface="+mn-ea"/>
              </a:rPr>
              <a:t>Goal: Ensure high manufacturing accuracy and reduce faulty PCB production.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sz="2400"/>
              <a:t> Image preprocessing and subtraction using OpenCV.</a:t>
            </a:r>
            <a:endParaRPr sz="240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 Contour extraction and ROI segmentation.</a:t>
            </a:r>
            <a:endParaRPr sz="240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EfficientNet-based classification using PyTorch.</a:t>
            </a:r>
            <a:endParaRPr sz="240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Web frontend for image upload and visualization.</a:t>
            </a:r>
            <a:endParaRPr sz="240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Backend inference pipeline for predictions.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rPr lang="en-IN"/>
              <a:t>             </a:t>
            </a:r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• </a:t>
            </a:r>
            <a:r>
              <a:rPr sz="2400"/>
              <a:t>Dataset: DeepPCB Dataset </a:t>
            </a:r>
            <a:endParaRPr sz="2400"/>
          </a:p>
          <a:p>
            <a:pPr marL="0" indent="0">
              <a:lnSpc>
                <a:spcPct val="150000"/>
              </a:lnSpc>
              <a:buNone/>
            </a:pPr>
            <a:r>
              <a:rPr sz="2400"/>
              <a:t>• Contains defect-free templates and test PCB images.</a:t>
            </a:r>
            <a:endParaRPr sz="2400"/>
          </a:p>
          <a:p>
            <a:pPr marL="0" indent="0">
              <a:lnSpc>
                <a:spcPct val="150000"/>
              </a:lnSpc>
              <a:buNone/>
            </a:pPr>
            <a:r>
              <a:rPr sz="2400"/>
              <a:t>• Used for training and validating the model.</a:t>
            </a:r>
            <a:endParaRPr sz="2400"/>
          </a:p>
          <a:p>
            <a:pPr marL="0" indent="0">
              <a:lnSpc>
                <a:spcPct val="150000"/>
              </a:lnSpc>
              <a:buNone/>
            </a:pPr>
            <a:r>
              <a:rPr sz="2400"/>
              <a:t>• URL: </a:t>
            </a:r>
            <a:r>
              <a:rPr sz="2400" b="1">
                <a:solidFill>
                  <a:srgbClr val="C00000"/>
                </a:solidFill>
              </a:rPr>
              <a:t>https://www.dropbox.com/scl/fi/4vrtqn7t001yl41oucflu/PCB_DATASET.zip</a:t>
            </a:r>
            <a:endParaRPr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73430"/>
          </a:xfrm>
        </p:spPr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br/>
            <a:r>
              <a:t>Dataset Preparation &amp; Image </a:t>
            </a:r>
            <a:r>
              <a:rPr lang="en-IN"/>
              <a:t>      </a:t>
            </a:r>
            <a:r>
              <a:t>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2400"/>
              <a:t>• Setup DeepPCB dataset, align and preprocess image pairs.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/>
              <a:t>• Apply image subtraction and thresholding for defect highlighting.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/>
              <a:t>• Deliverables: Clean dataset, subtraction scripts, defect masks.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Model Training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Model: EfficientNet-B4 (PyTorch).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Training: 128×128 images, Adam optimizer, cross-entropy loss.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Deliverables: Trained model, metrics, and confusion matrix.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Target: ≥97% classification accuracy on test set.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Frontend &amp; Backend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/>
              <a:t>• Frontend: Built using Streamlit for real-time uploads.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/>
              <a:t>• Backend: Modular pipeline for preprocessing and inference.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/>
              <a:t>• Deliverables: Interactive web app with labeled outputs.</a:t>
            </a:r>
            <a:endParaRPr sz="2400"/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Finalization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Added export functionality for results and logs.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Performed multi-image testing and performance optimization.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Deliverables: Final web </a:t>
            </a:r>
            <a:r>
              <a:rPr lang="en-IN"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application</a:t>
            </a: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, documentation, GitHub repo.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665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Evaluation: Fully functional and presentation-ready system.</a:t>
            </a:r>
            <a:endParaRPr sz="2665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Image Processing – Detect all key defect areas.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Model Performance – ≥97% accuracy and stable results.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UI Integration – ≤5 seconds per output image.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 algn="just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•System Finalization – Export and documentation completed.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/>
              <a:t>Deep Learning: PyTorch, timm, EfficientNet-B4</a:t>
            </a:r>
            <a:endParaRPr sz="2400"/>
          </a:p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Dataset: DeepPCB</a:t>
            </a:r>
            <a:endParaRPr sz="2400"/>
          </a:p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Frontend: Streamlit </a:t>
            </a:r>
            <a:endParaRPr sz="2400"/>
          </a:p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Backend: Python (modular inference pipeline)</a:t>
            </a:r>
            <a:endParaRPr sz="2400"/>
          </a:p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Evaluation: Accuracy, Loss, Confusion Matrix</a:t>
            </a:r>
            <a:endParaRPr sz="2400"/>
          </a:p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sz="2400"/>
              <a:t>Export: Annotated Images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Successfully detected and localized PCB defects.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Classified defects using CNN with high precision.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Achieved ≥9</a:t>
            </a:r>
            <a:r>
              <a:rPr lang="en-IN"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4</a:t>
            </a: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% test accuracy with EfficientNet-B4.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Developed functional and user-friendly web app.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9999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5"/>
            <a:ext cx="8229600" cy="525843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CircuitGuard offers an efficient automated PCB inspection tool.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Reduces manual effort and improves reliability.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Future Enhancements:</a:t>
            </a:r>
            <a:endParaRPr sz="2400" b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Expand to multi-layer PCB detection.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Cloud-based deployment for industrial integration.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0" indent="0">
              <a:lnSpc>
                <a:spcPct val="150000"/>
              </a:lnSpc>
              <a:buNone/>
              <a:defRPr sz="2000">
                <a:solidFill>
                  <a:srgbClr val="000000"/>
                </a:solidFill>
              </a:defRPr>
            </a:pPr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• Integrate real-time monitoring and analytics dashboard.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3073</Words>
  <Application>WPS Presentation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CircuitGuard – PCB Defect Detection and Classification Application</vt:lpstr>
      <vt:lpstr>                 Output</vt:lpstr>
      <vt:lpstr>                  Objectives</vt:lpstr>
      <vt:lpstr>            Problem Statement</vt:lpstr>
      <vt:lpstr>System Architecture Overview</vt:lpstr>
      <vt:lpstr>             Dataset Details</vt:lpstr>
      <vt:lpstr> Dataset Preparation &amp; Image       Processing</vt:lpstr>
      <vt:lpstr>Model Training and Evaluation</vt:lpstr>
      <vt:lpstr>Frontend &amp; Backend Integration</vt:lpstr>
      <vt:lpstr>Finalization &amp; Documentation</vt:lpstr>
      <vt:lpstr>Evaluation Criteria</vt:lpstr>
      <vt:lpstr>Technology Stack</vt:lpstr>
      <vt:lpstr>Results &amp; Outcomes</vt:lpstr>
      <vt:lpstr>Conclusion &amp;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Bharathi</cp:lastModifiedBy>
  <cp:revision>3</cp:revision>
  <dcterms:created xsi:type="dcterms:W3CDTF">2013-01-27T09:14:00Z</dcterms:created>
  <dcterms:modified xsi:type="dcterms:W3CDTF">2025-10-10T17:18:54Z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5C4256C051BD480AB6894257B5A5D227_12</vt:lpwstr>
  </property>
  <property fmtid="{D5CDD505-2E9C-101B-9397-08002B2CF9AE}" pid="3" name="KSOProductBuildVer">
    <vt:lpwstr>1033-12.2.0.22549</vt:lpwstr>
  </property>
</Properties>
</file>