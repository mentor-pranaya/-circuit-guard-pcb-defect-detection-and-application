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2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8288000" cy="10287000"/>
  <p:notesSz cx="6858000" cy="9144000"/>
  <p:embeddedFontLst>
    <p:embeddedFont>
      <p:font typeface="Calibri" pitchFamily="34" charset="0"/>
      <p:regular r:id="rId19"/>
      <p:bold r:id="rId20"/>
      <p:italic r:id="rId21"/>
      <p:boldItalic r:id="rId22"/>
    </p:embeddedFont>
    <p:embeddedFont>
      <p:font typeface="Times New Roman MT" charset="0"/>
      <p:regular r:id="rId23"/>
    </p:embeddedFont>
    <p:embeddedFont>
      <p:font typeface="Times New Roman MT Bold" charset="0"/>
      <p:regular r:id="rId24"/>
    </p:embeddedFont>
    <p:embeddedFont>
      <p:font typeface="Open Sans Bold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-754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C:\Users\Dell\OneDrive\Pictures\Camera%20imports\Recording%202025-10-07%20153308.mp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C:\Users\Dell\OneDrive\Pictures\Camera%20imports\Recording%202025-10-10%20135819.mp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7024" y="0"/>
            <a:ext cx="3179313" cy="10287000"/>
            <a:chOff x="0" y="0"/>
            <a:chExt cx="4239083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4633952" y="1778273"/>
            <a:ext cx="12068790" cy="393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3"/>
              </a:lnSpc>
            </a:pPr>
            <a:r>
              <a:rPr lang="en-US" sz="760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CIRCUITGUARD – PCB DEFECT DETECTION AND CLASSIFICATION APPLICATION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646898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633952" y="6383808"/>
            <a:ext cx="12625348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69"/>
              </a:lnSpc>
            </a:pPr>
            <a:r>
              <a:rPr lang="en-US" sz="4835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Presented By : Harshini Reddy</a:t>
            </a:r>
          </a:p>
          <a:p>
            <a:pPr algn="ctr">
              <a:lnSpc>
                <a:spcPts val="6769"/>
              </a:lnSpc>
            </a:pPr>
            <a:r>
              <a:rPr lang="en-US" sz="4835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Mentor : </a:t>
            </a:r>
            <a:r>
              <a:rPr lang="en-US" sz="4835" b="1" dirty="0" err="1" smtClean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Pranaya</a:t>
            </a:r>
            <a:endParaRPr lang="en-US" sz="4835" b="1" dirty="0" smtClean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6769"/>
              </a:lnSpc>
            </a:pPr>
            <a:r>
              <a:rPr lang="en-US" sz="4835" b="1" dirty="0" smtClean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Infosys </a:t>
            </a:r>
            <a:r>
              <a:rPr lang="en-US" sz="4835" b="1" dirty="0" err="1" smtClean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SpringBoard</a:t>
            </a:r>
            <a:endParaRPr lang="en-US" sz="4835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1118095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ording 2025-10-07 153308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438400" y="1714500"/>
            <a:ext cx="14173200" cy="76866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9100"/>
            <a:ext cx="1470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DEMO (BOTH PCB_USED AND DEFECTED IMAGE)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numSld="999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19100"/>
            <a:ext cx="1470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DEMO (ONLY DEFECTED IMAGE)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Recording 2025-10-10 1358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67000" y="1866900"/>
            <a:ext cx="13335000" cy="746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4349" y="3243812"/>
            <a:ext cx="14705320" cy="544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Printed Circuit Boards (PCBs) form the backbone of almost every electronic device  from mobiles and computers to cars, medical equipment, and industrial machines.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Even minor defects such as broken tracks, short circuits, or missing components can lead to device malfunction, safety hazards, or financial losses.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Manual inspection of PCBs is traditionally done using human operators, which is : Slow and time-consuming, Costly due to labor involvement.</a:t>
            </a:r>
          </a:p>
          <a:p>
            <a:pPr algn="l">
              <a:lnSpc>
                <a:spcPts val="475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319629" y="1258506"/>
            <a:ext cx="13180039" cy="129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5" name="Group 5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-1902487" y="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859155" y="6953523"/>
            <a:ext cx="2109937" cy="2060066"/>
          </a:xfrm>
          <a:custGeom>
            <a:avLst/>
            <a:gdLst/>
            <a:ahLst/>
            <a:cxnLst/>
            <a:rect l="l" t="t" r="r" b="b"/>
            <a:pathLst>
              <a:path w="2109937" h="2060066">
                <a:moveTo>
                  <a:pt x="0" y="0"/>
                </a:moveTo>
                <a:lnTo>
                  <a:pt x="2109938" y="0"/>
                </a:lnTo>
                <a:lnTo>
                  <a:pt x="2109938" y="2060066"/>
                </a:lnTo>
                <a:lnTo>
                  <a:pt x="0" y="2060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60387" y="752475"/>
            <a:ext cx="13180039" cy="1353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59898" y="2759717"/>
            <a:ext cx="15418475" cy="709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Objective:</a:t>
            </a: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Build an automated PCB defect detection &amp; classification system.</a:t>
            </a:r>
          </a:p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Approach:</a:t>
            </a:r>
          </a:p>
          <a:p>
            <a:pPr marL="863598" lvl="1" indent="-431799" algn="l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Compare test PCB with defect-free template.</a:t>
            </a:r>
          </a:p>
          <a:p>
            <a:pPr marL="863598" lvl="1" indent="-431799" algn="l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Extract and highlight defect regions.</a:t>
            </a:r>
          </a:p>
          <a:p>
            <a:pPr marL="863598" lvl="1" indent="-431799" algn="l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Classify defects using EfficientNet CNN.</a:t>
            </a:r>
          </a:p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Deliverable: A frontend web app where users upload PCB images and receive annotated outputs.</a:t>
            </a:r>
          </a:p>
          <a:p>
            <a:pPr marL="863598" lvl="1" indent="-431799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Summary: An end-to-end pipeline for PCB inspection.</a:t>
            </a:r>
          </a:p>
          <a:p>
            <a:pPr algn="l">
              <a:lnSpc>
                <a:spcPts val="5599"/>
              </a:lnSpc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5" name="Group 5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-3388814" y="328285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601700" y="614206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34302" y="3593141"/>
            <a:ext cx="5246391" cy="5246370"/>
            <a:chOff x="0" y="0"/>
            <a:chExt cx="6350025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-55262" r="-5526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553980" y="336556"/>
            <a:ext cx="13180039" cy="133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 &amp; OUTCOMES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6" name="Group 6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-4366378" y="15235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90942" y="2134242"/>
            <a:ext cx="10793714" cy="7847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Automate the PCB defect detection process.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Accurately classify defects into predefined categories.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 a complete frontend + backend application for end users.</a:t>
            </a:r>
          </a:p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Outcomes: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Effective detection using image subtraction &amp; contour extraction.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accuracy defect classification with EfficientNet CNN (≈95%).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Functional web app to upload images, view annotated outputs, and export logs.</a:t>
            </a:r>
          </a:p>
          <a:p>
            <a:pPr algn="l">
              <a:lnSpc>
                <a:spcPts val="4759"/>
              </a:lnSpc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62076"/>
            <a:ext cx="16631177" cy="876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Source: Adapted from DeepPCB benchmark dataset.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Structure: Paired images — defect-free template + defective PCB sample with annotations.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Tasks Supported:</a:t>
            </a:r>
          </a:p>
          <a:p>
            <a:pPr marL="1424940" lvl="2" indent="-474980" algn="l">
              <a:lnSpc>
                <a:spcPts val="4620"/>
              </a:lnSpc>
              <a:spcBef>
                <a:spcPct val="0"/>
              </a:spcBef>
              <a:buAutoNum type="alphaLcPeriod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 if a PCB has a defect.</a:t>
            </a:r>
          </a:p>
          <a:p>
            <a:pPr marL="1424940" lvl="2" indent="-474980" algn="l">
              <a:lnSpc>
                <a:spcPts val="4620"/>
              </a:lnSpc>
              <a:spcBef>
                <a:spcPct val="0"/>
              </a:spcBef>
              <a:buAutoNum type="alphaLcPeriod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Locate defects using bounding boxes.</a:t>
            </a:r>
          </a:p>
          <a:p>
            <a:pPr marL="1424940" lvl="2" indent="-474980" algn="l">
              <a:lnSpc>
                <a:spcPts val="4620"/>
              </a:lnSpc>
              <a:spcBef>
                <a:spcPct val="0"/>
              </a:spcBef>
              <a:buAutoNum type="alphaLcPeriod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Classify defect types using deep learning.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Defect Types (693 images total):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Missing Hole: 115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Mouse Bite: 115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Open Circuit: 116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Short Circuit: 116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Spur: 115</a:t>
            </a:r>
          </a:p>
          <a:p>
            <a:pPr marL="712470" lvl="1" indent="-356235" algn="l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Spurious Copper: 116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3817351" y="46223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298445" y="8991248"/>
            <a:ext cx="5633706" cy="1295752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160201" y="88263"/>
            <a:ext cx="13714550" cy="1235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Description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18390" y="638175"/>
            <a:ext cx="10451219" cy="139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SYSTEM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68772" y="2030887"/>
            <a:ext cx="14939587" cy="781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sz="400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Step-by-step process: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Image Subtraction → Compare template PCB with test PCB to highlight defects.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ROI Extraction → Focus only on the defected regions.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Contour Detection → Draw bounding boxes around suspected defect areas.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Training (EfficientNet-B4) → Train CNN model to classify defects.</a:t>
            </a:r>
          </a:p>
          <a:p>
            <a:pPr marL="865593" lvl="1" indent="-432796" algn="l">
              <a:lnSpc>
                <a:spcPts val="5612"/>
              </a:lnSpc>
              <a:buAutoNum type="arabicPeriod"/>
            </a:pPr>
            <a:r>
              <a:rPr lang="en-US" sz="400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Testing &amp; Validation → Evaluate accuracy and reliability of classification.</a:t>
            </a:r>
          </a:p>
          <a:p>
            <a:pPr algn="l">
              <a:lnSpc>
                <a:spcPts val="5612"/>
              </a:lnSpc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5" name="Group 5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7512165" y="-155385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80152" y="1501775"/>
            <a:ext cx="14860309" cy="8133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0"/>
              </a:lnSpc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6. Frontend (Streamlit Web App)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Upload PCB image.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Get annotated output with contours + defect labels.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Download option available for saving results.</a:t>
            </a:r>
          </a:p>
          <a:p>
            <a:pPr algn="l">
              <a:lnSpc>
                <a:spcPts val="5810"/>
              </a:lnSpc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7. Alternative View 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System also shows only the defected regions by giving the defected image only with our any refernece it compares with the similar images and give the output.</a:t>
            </a:r>
          </a:p>
          <a:p>
            <a:pPr marL="896057" lvl="1" indent="-448029" algn="l">
              <a:lnSpc>
                <a:spcPts val="5810"/>
              </a:lnSpc>
              <a:buFont typeface="Arial"/>
              <a:buChar char="•"/>
            </a:pPr>
            <a:r>
              <a:rPr lang="en-US" sz="415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Helps in identifying specific defects more clearly by comparing similarities.</a:t>
            </a:r>
          </a:p>
          <a:p>
            <a:pPr algn="l">
              <a:lnSpc>
                <a:spcPts val="5810"/>
              </a:lnSpc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627362" y="0"/>
            <a:ext cx="937061" cy="10287000"/>
            <a:chOff x="0" y="0"/>
            <a:chExt cx="24679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798" cy="2709333"/>
            </a:xfrm>
            <a:custGeom>
              <a:avLst/>
              <a:gdLst/>
              <a:ahLst/>
              <a:cxnLst/>
              <a:rect l="l" t="t" r="r" b="b"/>
              <a:pathLst>
                <a:path w="246798" h="2709333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3E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24679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969754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64423" y="-164117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6670" y="579438"/>
            <a:ext cx="16230600" cy="1244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IMAGE PROCESSING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66670" y="2199782"/>
            <a:ext cx="15524543" cy="764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Tools Used: </a:t>
            </a: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OpenCV (Python)</a:t>
            </a:r>
          </a:p>
          <a:p>
            <a:pPr algn="just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Processing Steps:</a:t>
            </a:r>
          </a:p>
          <a:p>
            <a:pPr marL="669299" lvl="1" indent="-334650" algn="just">
              <a:lnSpc>
                <a:spcPts val="4340"/>
              </a:lnSpc>
              <a:buAutoNum type="arabicPeriod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Grayscale Conversion → Convert PCB images to grayscale for easier computation.</a:t>
            </a:r>
          </a:p>
          <a:p>
            <a:pPr marL="669299" lvl="1" indent="-334650" algn="just">
              <a:lnSpc>
                <a:spcPts val="4340"/>
              </a:lnSpc>
              <a:buAutoNum type="arabicPeriod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Image Subtraction → Subtract template PCB from test PCB to highlight differences (defects).</a:t>
            </a:r>
          </a:p>
          <a:p>
            <a:pPr marL="669299" lvl="1" indent="-334650" algn="just">
              <a:lnSpc>
                <a:spcPts val="4340"/>
              </a:lnSpc>
              <a:buAutoNum type="arabicPeriod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Contour Detection → Identify boundaries of defects and draw bounding boxes.</a:t>
            </a:r>
          </a:p>
          <a:p>
            <a:pPr marL="669299" lvl="1" indent="-334650" algn="just">
              <a:lnSpc>
                <a:spcPts val="4340"/>
              </a:lnSpc>
              <a:buAutoNum type="arabicPeriod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ROI Cropping → Extract defect regions as separate images ready for CNN training.</a:t>
            </a:r>
          </a:p>
          <a:p>
            <a:pPr algn="just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Result:</a:t>
            </a:r>
          </a:p>
          <a:p>
            <a:pPr marL="669299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defect region is isolated and ready for classification.</a:t>
            </a:r>
          </a:p>
          <a:p>
            <a:pPr marL="669299" lvl="1" indent="-334650" algn="just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Visuals can include:</a:t>
            </a:r>
          </a:p>
          <a:p>
            <a:pPr marL="1338598" lvl="2" indent="-446199" algn="just">
              <a:lnSpc>
                <a:spcPts val="4340"/>
              </a:lnSpc>
              <a:buAutoNum type="alphaLcPeriod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Original PCB</a:t>
            </a:r>
          </a:p>
          <a:p>
            <a:pPr marL="1338598" lvl="2" indent="-446199" algn="just">
              <a:lnSpc>
                <a:spcPts val="4340"/>
              </a:lnSpc>
              <a:buAutoNum type="alphaLcPeriod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Subtracted image showing defect areas</a:t>
            </a:r>
          </a:p>
          <a:p>
            <a:pPr marL="1338598" lvl="2" indent="-446199" algn="just">
              <a:lnSpc>
                <a:spcPts val="4340"/>
              </a:lnSpc>
              <a:buAutoNum type="alphaLcPeriod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Final annotated image with bounding boxes </a:t>
            </a:r>
          </a:p>
          <a:p>
            <a:pPr marL="1338598" lvl="2" indent="-446199" algn="just">
              <a:lnSpc>
                <a:spcPts val="4340"/>
              </a:lnSpc>
              <a:buAutoNum type="alphaLcPeriod"/>
            </a:pPr>
            <a:r>
              <a:rPr lang="en-US" sz="31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download option of the annotated image  to download.</a:t>
            </a:r>
          </a:p>
        </p:txBody>
      </p:sp>
      <p:sp>
        <p:nvSpPr>
          <p:cNvPr id="4" name="Freeform 4"/>
          <p:cNvSpPr/>
          <p:nvPr/>
        </p:nvSpPr>
        <p:spPr>
          <a:xfrm>
            <a:off x="13764167" y="582762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6" name="Group 6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-2628900" y="-144908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-276225"/>
            <a:ext cx="16230600" cy="1353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TRAINING</a:t>
            </a:r>
          </a:p>
        </p:txBody>
      </p:sp>
      <p:sp>
        <p:nvSpPr>
          <p:cNvPr id="3" name="Freeform 3"/>
          <p:cNvSpPr/>
          <p:nvPr/>
        </p:nvSpPr>
        <p:spPr>
          <a:xfrm>
            <a:off x="13417488" y="6142174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5" name="Group 5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9777" y="943604"/>
            <a:ext cx="16235311" cy="9648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Model Used: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EfficientNet-B4 from PyTorch (torchvision.models) with ImageNet pretrained weights.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Modified the classifier layer for number of PCB defect classes.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&amp; Preprocessing: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Input: 128×128 cropped defect ROIs.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augmentation for training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Normalization applied to all images.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Train-validation split: 80%-20% (stratified by defect class).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Training Details: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Optimizer: AdamW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Loss Function: Cross-Entropy with label smoothing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Scheduler: Cosine Annealing LR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Mixed Precision Training: autocast + GradScaler for speed &amp; GPU efficiency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Early stopping: Patience = 5 epochs (to avoid overfitting)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3" name="Group 3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4982801" y="637964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34953" y="904875"/>
            <a:ext cx="16241674" cy="933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2"/>
              </a:lnSpc>
            </a:pPr>
            <a:r>
              <a:rPr lang="en-US" sz="328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Training Loop: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Epochs: 50 max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each batch: forward pass → loss → backward → optimizer step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Weighted sampling to handle class imbalance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Validation accuracy computed each epoch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Best model checkpoint saved automatically</a:t>
            </a:r>
          </a:p>
          <a:p>
            <a:pPr algn="l">
              <a:lnSpc>
                <a:spcPts val="4592"/>
              </a:lnSpc>
            </a:pPr>
            <a:r>
              <a:rPr lang="en-US" sz="328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Testing / Prediction: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Load trained checkpoint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Single ROI image tested using preprocessing transform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outputs top-3 predictions with probabilities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Final output: image displayed with predicted label + confidence</a:t>
            </a:r>
          </a:p>
          <a:p>
            <a:pPr algn="l">
              <a:lnSpc>
                <a:spcPts val="4592"/>
              </a:lnSpc>
            </a:pPr>
            <a:r>
              <a:rPr lang="en-US" sz="328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Results: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Achieved ≥95% accuracy on validation/test data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Stable training with low loss</a:t>
            </a:r>
          </a:p>
          <a:p>
            <a:pPr marL="708239" lvl="1" indent="-354119" algn="l">
              <a:lnSpc>
                <a:spcPts val="4592"/>
              </a:lnSpc>
              <a:buFont typeface="Arial"/>
              <a:buChar char="•"/>
            </a:pPr>
            <a:r>
              <a:rPr lang="en-US" sz="32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Output visuals: Accuracy/loss curves &amp; confusion matrix</a:t>
            </a:r>
          </a:p>
          <a:p>
            <a:pPr algn="l">
              <a:lnSpc>
                <a:spcPts val="4592"/>
              </a:lnSpc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-5838859" y="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7442" y="-38728"/>
            <a:ext cx="14131713" cy="209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 &amp; BACKEND INTEGRATION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7968" y="2213620"/>
            <a:ext cx="17418457" cy="727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2"/>
              </a:lnSpc>
            </a:pPr>
            <a:r>
              <a:rPr lang="en-US" sz="370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 (User Interface):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Built using Streamlit, a Python framework for creating interactive web apps easily.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Users can upload template and test PCB images directly in the browser.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app displays annotated PCB images with:</a:t>
            </a:r>
          </a:p>
          <a:p>
            <a:pPr marL="1601649" lvl="2" indent="-533883" algn="l">
              <a:lnSpc>
                <a:spcPts val="5192"/>
              </a:lnSpc>
              <a:buFont typeface="Wingdings" pitchFamily="2" charset="2"/>
              <a:buChar char="v"/>
            </a:pPr>
            <a:r>
              <a:rPr lang="en-US" sz="370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Detected defect contours</a:t>
            </a:r>
          </a:p>
          <a:p>
            <a:pPr marL="1601649" lvl="2" indent="-533883" algn="l">
              <a:lnSpc>
                <a:spcPts val="5192"/>
              </a:lnSpc>
              <a:buFont typeface="Wingdings" pitchFamily="2" charset="2"/>
              <a:buChar char="v"/>
            </a:pPr>
            <a:r>
              <a:rPr lang="en-US" sz="370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Labels for each defect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Download option: Users can save annotated images and a CSV log of defect predictions.</a:t>
            </a:r>
          </a:p>
          <a:p>
            <a:pPr marL="800824" lvl="1" indent="-400412" algn="l">
              <a:lnSpc>
                <a:spcPts val="5192"/>
              </a:lnSpc>
              <a:buFont typeface="Arial"/>
              <a:buChar char="•"/>
            </a:pPr>
            <a:r>
              <a:rPr lang="en-US" sz="370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Designed to be user-friendly for non-technical users, requiring no setup or coding knowledge.</a:t>
            </a:r>
          </a:p>
          <a:p>
            <a:pPr algn="l">
              <a:lnSpc>
                <a:spcPts val="5192"/>
              </a:lnSpc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5" name="Group 5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9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-3231232" y="-12128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21225" y="878816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85825"/>
            <a:ext cx="16115800" cy="9250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Backend (Processing &amp; Model Inference):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Written in Python, modularized for image preprocessing and CNN inference.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Workflow:</a:t>
            </a:r>
          </a:p>
          <a:p>
            <a:pPr marL="1597672" lvl="2" indent="-532557" algn="l">
              <a:lnSpc>
                <a:spcPts val="5180"/>
              </a:lnSpc>
              <a:buAutoNum type="alphaLcPeriod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Receive uploaded images from frontend</a:t>
            </a:r>
          </a:p>
          <a:p>
            <a:pPr marL="1597672" lvl="2" indent="-532557" algn="l">
              <a:lnSpc>
                <a:spcPts val="5180"/>
              </a:lnSpc>
              <a:buAutoNum type="alphaLcPeriod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Apply image subtraction, ROI extraction, contour detection</a:t>
            </a:r>
          </a:p>
          <a:p>
            <a:pPr marL="1597672" lvl="2" indent="-532557" algn="l">
              <a:lnSpc>
                <a:spcPts val="5180"/>
              </a:lnSpc>
              <a:buAutoNum type="alphaLcPeriod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Feed defect ROIs to EfficientNet-B4 model for classification</a:t>
            </a:r>
          </a:p>
          <a:p>
            <a:pPr marL="1597672" lvl="2" indent="-532557" algn="l">
              <a:lnSpc>
                <a:spcPts val="5180"/>
              </a:lnSpc>
              <a:buAutoNum type="alphaLcPeriod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Return annotated PCB images and prediction logs to frontend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Optimized for real-time response (&lt;5 seconds per image).</a:t>
            </a:r>
          </a:p>
          <a:p>
            <a:pPr algn="l">
              <a:lnSpc>
                <a:spcPts val="5180"/>
              </a:lnSpc>
            </a:pPr>
            <a:r>
              <a:rPr lang="en-US" sz="37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Visuals / Features: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Screenshot of Streamlit UI with upload buttons, annotated results, and download links.</a:t>
            </a:r>
          </a:p>
          <a:p>
            <a:pPr marL="798836" lvl="1" indent="-399418" algn="l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Optional: Display side-by-side comparison (original vs annotated PCB).</a:t>
            </a:r>
          </a:p>
          <a:p>
            <a:pPr algn="l">
              <a:lnSpc>
                <a:spcPts val="5180"/>
              </a:lnSpc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4" name="Group 4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263762" y="-1458608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804788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36560" y="1679438"/>
            <a:ext cx="16230600" cy="88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8"/>
              </a:lnSpc>
            </a:pPr>
            <a:r>
              <a:rPr lang="en-US" sz="382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Defect Detection: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Detected defects accurately using bounding boxes.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Contours highlight the defective regions clearly.</a:t>
            </a:r>
          </a:p>
          <a:p>
            <a:pPr algn="l">
              <a:lnSpc>
                <a:spcPts val="5358"/>
              </a:lnSpc>
            </a:pPr>
            <a:r>
              <a:rPr lang="en-US" sz="382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Classification: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Achieved ≥95% accuracy on test data.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Very low false positives and false negatives.</a:t>
            </a:r>
          </a:p>
          <a:p>
            <a:pPr algn="l">
              <a:lnSpc>
                <a:spcPts val="5358"/>
              </a:lnSpc>
            </a:pPr>
            <a:r>
              <a:rPr lang="en-US" sz="382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Performance: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Upload-to-output time: &lt;7 seconds per image, suitable for real-time inspection.</a:t>
            </a:r>
          </a:p>
          <a:p>
            <a:pPr algn="l">
              <a:lnSpc>
                <a:spcPts val="5358"/>
              </a:lnSpc>
            </a:pPr>
            <a:r>
              <a:rPr lang="en-US" sz="382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Outputs: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Annotated PCBs showing defect locations and labels.</a:t>
            </a:r>
          </a:p>
          <a:p>
            <a:pPr marL="826324" lvl="1" indent="-413162" algn="l">
              <a:lnSpc>
                <a:spcPts val="5358"/>
              </a:lnSpc>
              <a:buFont typeface="Arial"/>
              <a:buChar char="•"/>
            </a:pPr>
            <a:r>
              <a:rPr lang="en-US" sz="382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Can provide multiple views: full PCB and cropped defect ROIs.</a:t>
            </a:r>
          </a:p>
          <a:p>
            <a:pPr algn="l">
              <a:lnSpc>
                <a:spcPts val="5358"/>
              </a:lnSpc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4" name="Group 4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3252481" y="-64594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82801" y="51435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58062" y="47941"/>
            <a:ext cx="9700891" cy="1310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sz="68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Results &amp; Evaluation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3" name="Group 3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05875" y="-3123"/>
            <a:ext cx="10929913" cy="221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 &amp; FUTURE 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2137" y="2227039"/>
            <a:ext cx="16049630" cy="782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368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Conclusion: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Successfully built an automated PCB defect detection &amp; classification system.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image subtraction + ROI/contour extraction + EfficientNet CNN for robust results.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Developed a fully functional frontend and backend web app with download capability.</a:t>
            </a:r>
          </a:p>
          <a:p>
            <a:pPr algn="l">
              <a:lnSpc>
                <a:spcPts val="5152"/>
              </a:lnSpc>
            </a:pPr>
            <a:r>
              <a:rPr lang="en-US" sz="368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 Work: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Expand dataset and defect categories for broader applicability.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 as a cloud-based inspection tool for remote access.</a:t>
            </a:r>
          </a:p>
          <a:p>
            <a:pPr marL="794597" lvl="1" indent="-397298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 for real-time integration in manufacturing lines.</a:t>
            </a:r>
          </a:p>
          <a:p>
            <a:pPr algn="l">
              <a:lnSpc>
                <a:spcPts val="5152"/>
              </a:lnSpc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-3009325" y="-40227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54977" y="3462285"/>
            <a:ext cx="11627497" cy="5412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4" name="Group 4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1085</Words>
  <Application>Microsoft Office PowerPoint</Application>
  <PresentationFormat>Custom</PresentationFormat>
  <Paragraphs>153</Paragraphs>
  <Slides>17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Times New Roman MT</vt:lpstr>
      <vt:lpstr>Times New Roman MT Bold</vt:lpstr>
      <vt:lpstr>Times New Roman</vt:lpstr>
      <vt:lpstr>Open Sans Bold</vt:lpstr>
      <vt:lpstr>Wingdings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</dc:title>
  <cp:lastModifiedBy>Dell</cp:lastModifiedBy>
  <cp:revision>7</cp:revision>
  <dcterms:created xsi:type="dcterms:W3CDTF">2006-08-16T00:00:00Z</dcterms:created>
  <dcterms:modified xsi:type="dcterms:W3CDTF">2025-10-10T08:34:15Z</dcterms:modified>
  <dc:identifier>DAG00d9wH0k</dc:identifier>
</cp:coreProperties>
</file>